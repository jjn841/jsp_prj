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6583" autoAdjust="0"/>
    <p:restoredTop sz="94660"/>
  </p:normalViewPr>
  <p:slideViewPr>
    <p:cSldViewPr>
      <p:cViewPr>
        <p:scale>
          <a:sx n="150" d="100"/>
          <a:sy n="150" d="100"/>
        </p:scale>
        <p:origin x="-99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화면 슬라이드 쇼(4:3)</PresentationFormat>
  <Paragraphs>6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3</cp:revision>
  <dcterms:created xsi:type="dcterms:W3CDTF">2025-05-25T23:52:41Z</dcterms:created>
  <dcterms:modified xsi:type="dcterms:W3CDTF">2025-05-25T23:53:22Z</dcterms:modified>
</cp:coreProperties>
</file>